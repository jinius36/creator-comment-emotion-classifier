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embeddedFontLst>
    <p:embeddedFont>
      <p:font typeface="맑은 고딕" panose="020B0503020000020004" pitchFamily="34" charset="-127"/>
      <p:regular r:id="rId4"/>
      <p:bold r:id="rId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E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45"/>
  </p:normalViewPr>
  <p:slideViewPr>
    <p:cSldViewPr snapToGrid="0">
      <p:cViewPr>
        <p:scale>
          <a:sx n="114" d="100"/>
          <a:sy n="114" d="100"/>
        </p:scale>
        <p:origin x="6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36567-33B3-BF16-40E6-D3A41FDD7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B548A0-0599-D099-6766-F9B7ACA3E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18739F-645B-8DE0-55BB-B7AACC0F2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66D929-50DE-8A55-A4A7-F508866B3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342D76-71D9-7C1A-6E71-BA97539E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6787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9E9CF-0E2A-F254-EC09-7643BE3AD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CEB285-C43D-B7DF-4636-194E4CC7C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BB72E5-9186-4CCA-4702-6624373C2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D7F906-E953-00B1-361B-9AC38764C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F7E3B3-5359-BEE0-9DED-0D3DA397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47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ABC44-41E9-8BBD-FA11-2262E5644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4C4DA2-3DBD-716F-A331-524B99851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B5F9A6-4291-9827-A9BA-350C20618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548C57-FED0-F820-093B-5D971E9B1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834315-FFA3-A0C9-6286-B00E66E0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410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6F103-9E41-9E7C-7A06-269C91B46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36E43A-D02F-E3C3-9BFB-A200FDAD9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3348B9-677C-FAEC-4891-69768356A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9F310D-9421-9748-FD9B-F372ABE5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70C578-CEC1-69BF-633A-FBA46F5E0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49F05E-0401-8B6A-9D37-87EB37A1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766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AD968-0E3F-587A-EFCB-EDCAD785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D98FFC-D08C-3922-32B3-32BF0E597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216CB6-C10D-B8BF-A6DB-36F19FFE0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1CC4E4-0622-8134-1088-77CB3D89B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0C399F-956A-ED66-579B-C38201498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DC660E-83EA-8192-FE85-403CD19B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57CA2D-E864-BBC5-B703-295083A3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8E1547-6CF0-3B24-7DF4-8C8564C8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536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9B94F-D678-82F1-C6F1-541DCCBF5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C86A09-221E-5C18-E72F-4DD52B211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462EDB-6696-C60F-C091-FB3C4050B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E1B510-2158-07BA-91D2-D56FC122D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173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43C35-052F-73EA-C4C1-7B4BEB7D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304711-9F1D-C294-BB1C-5AB8469FB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8A1059-88CB-28BC-CA3D-611F6BE3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602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7A8F1-33A2-3DB8-2742-8AE4AE2CA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818A91-7E78-0080-C4F6-901CE750B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0CDDB7-B75D-08C2-EDD1-3EE5F9DA3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AE3696-1733-E62B-ABE6-9099DACF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FE4F28-2598-F0A2-622A-CF43925D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3D83C6-4A85-A2F8-4B94-530477C4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712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8A399-C4B8-EE5C-BF72-BC0F9217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415E4A-3B3F-FD5A-B564-A79AE840E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6F9F07-C1BB-F374-751C-36E632088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FBE5C8-1FCB-D13D-F06B-8114AC7CA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AF8960-30CF-1E5A-3D77-8E4FB6E3E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5B0A15-B790-3877-6E46-E60AF3EF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3758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C6E05-21D0-4236-2034-E20E8604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357BFF-BB5D-819F-F28F-8662DE5E3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40D6C0-A446-88D7-999D-DEF8DB224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63091F-4B5A-BB18-AE40-743C1781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8E9611-7F61-3029-4662-CE027DF8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06449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B48EC2-A18B-B463-284F-D8B9C8541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057202-9B71-E5A0-7102-C6C836DE0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5BC9CE-6AA9-0425-7DB6-B8C22D70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68F04E-0C93-F1E0-A364-277275743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0D88F6-2E25-0E95-78A9-1E3E636B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346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571AF7-2BCA-F9CD-253A-B205EF9E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15C4A4-3170-0E93-9030-5249B802A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6634A2-88B4-C7AB-811B-F3B5E2514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7B5C3-4371-7742-80A2-B7F7F1A5B079}" type="datetimeFigureOut">
              <a:rPr kumimoji="1" lang="ko-KR" altLang="en-US" smtClean="0"/>
              <a:t>2025. 10. 27.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F67B62-DE71-0B67-635B-9C12CFB90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27AB2D-9317-58DE-31CF-FDAF847ED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BD278-8BFC-BF44-9E45-D4E2C2505A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39228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ABEA1DF-490B-2437-FD6C-4CC4D322D3DF}"/>
              </a:ext>
            </a:extLst>
          </p:cNvPr>
          <p:cNvSpPr/>
          <p:nvPr/>
        </p:nvSpPr>
        <p:spPr>
          <a:xfrm>
            <a:off x="36030" y="1136785"/>
            <a:ext cx="931421" cy="36579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[CLS]</a:t>
            </a:r>
            <a:endParaRPr kumimoji="1" lang="ko-KR" altLang="en-US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5CBD212-5667-DF90-E044-BD5344F5EAE4}"/>
              </a:ext>
            </a:extLst>
          </p:cNvPr>
          <p:cNvSpPr/>
          <p:nvPr/>
        </p:nvSpPr>
        <p:spPr>
          <a:xfrm>
            <a:off x="2538091" y="1136785"/>
            <a:ext cx="931421" cy="36579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[SEP]</a:t>
            </a:r>
            <a:endParaRPr kumimoji="1" lang="ko-KR" altLang="en-US" dirty="0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201D1D7-2CCE-5BE5-1839-916ACE74F444}"/>
              </a:ext>
            </a:extLst>
          </p:cNvPr>
          <p:cNvSpPr/>
          <p:nvPr/>
        </p:nvSpPr>
        <p:spPr>
          <a:xfrm>
            <a:off x="1035140" y="1136785"/>
            <a:ext cx="1435262" cy="36579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Sentence 1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C3250-B8E6-AB2F-3616-50D697515B2D}"/>
              </a:ext>
            </a:extLst>
          </p:cNvPr>
          <p:cNvSpPr txBox="1"/>
          <p:nvPr/>
        </p:nvSpPr>
        <p:spPr>
          <a:xfrm>
            <a:off x="2247767" y="1502579"/>
            <a:ext cx="122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Text Input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B726843-38DA-ACAF-6566-FF8EBAA5FA27}"/>
              </a:ext>
            </a:extLst>
          </p:cNvPr>
          <p:cNvCxnSpPr>
            <a:stCxn id="6" idx="2"/>
          </p:cNvCxnSpPr>
          <p:nvPr/>
        </p:nvCxnSpPr>
        <p:spPr>
          <a:xfrm>
            <a:off x="1752771" y="1502579"/>
            <a:ext cx="0" cy="706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6737DC1-D926-A5C1-43CD-C286143DF8E3}"/>
              </a:ext>
            </a:extLst>
          </p:cNvPr>
          <p:cNvSpPr/>
          <p:nvPr/>
        </p:nvSpPr>
        <p:spPr>
          <a:xfrm>
            <a:off x="185196" y="2221807"/>
            <a:ext cx="3112370" cy="3067523"/>
          </a:xfrm>
          <a:prstGeom prst="roundRect">
            <a:avLst>
              <a:gd name="adj" fmla="val 2983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7A53FD7-D0ED-7FF7-9800-1866B020FA86}"/>
              </a:ext>
            </a:extLst>
          </p:cNvPr>
          <p:cNvSpPr/>
          <p:nvPr/>
        </p:nvSpPr>
        <p:spPr>
          <a:xfrm>
            <a:off x="296118" y="2348601"/>
            <a:ext cx="2861223" cy="30828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Encoder 1</a:t>
            </a:r>
            <a:endParaRPr kumimoji="1" lang="ko-KR" altLang="en-US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C45D1C8-3374-F3EF-0D74-1FE036C8CC78}"/>
              </a:ext>
            </a:extLst>
          </p:cNvPr>
          <p:cNvSpPr/>
          <p:nvPr/>
        </p:nvSpPr>
        <p:spPr>
          <a:xfrm>
            <a:off x="296118" y="2762076"/>
            <a:ext cx="2861223" cy="30828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Encoder 2</a:t>
            </a:r>
            <a:endParaRPr kumimoji="1" lang="ko-KR" altLang="en-US" dirty="0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2A76E95-126C-1E41-2022-C7090EB224E5}"/>
              </a:ext>
            </a:extLst>
          </p:cNvPr>
          <p:cNvSpPr/>
          <p:nvPr/>
        </p:nvSpPr>
        <p:spPr>
          <a:xfrm>
            <a:off x="296118" y="3198226"/>
            <a:ext cx="2861223" cy="30828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Encoder 3</a:t>
            </a:r>
            <a:endParaRPr kumimoji="1" lang="ko-KR" altLang="en-US" dirty="0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95C940A8-416A-58C5-A6D1-D29983463511}"/>
              </a:ext>
            </a:extLst>
          </p:cNvPr>
          <p:cNvSpPr/>
          <p:nvPr/>
        </p:nvSpPr>
        <p:spPr>
          <a:xfrm>
            <a:off x="296118" y="3634377"/>
            <a:ext cx="2861223" cy="30828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Encoder 4</a:t>
            </a:r>
            <a:endParaRPr kumimoji="1" lang="ko-KR" altLang="en-US" dirty="0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7791D24B-DE7D-0789-6671-6CA3F7DC2265}"/>
              </a:ext>
            </a:extLst>
          </p:cNvPr>
          <p:cNvSpPr/>
          <p:nvPr/>
        </p:nvSpPr>
        <p:spPr>
          <a:xfrm>
            <a:off x="296118" y="4501634"/>
            <a:ext cx="2861223" cy="30828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Encoder 11</a:t>
            </a:r>
            <a:endParaRPr kumimoji="1" lang="ko-KR" altLang="en-US" dirty="0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8B9CCFD-FCDF-28CA-2212-4E89B04AC37C}"/>
              </a:ext>
            </a:extLst>
          </p:cNvPr>
          <p:cNvSpPr/>
          <p:nvPr/>
        </p:nvSpPr>
        <p:spPr>
          <a:xfrm>
            <a:off x="296118" y="4895482"/>
            <a:ext cx="2861223" cy="30828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Encoder 12</a:t>
            </a:r>
            <a:endParaRPr kumimoji="1"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A4C274-FF00-E123-A3D0-95CE74B9A6AD}"/>
              </a:ext>
            </a:extLst>
          </p:cNvPr>
          <p:cNvSpPr txBox="1"/>
          <p:nvPr/>
        </p:nvSpPr>
        <p:spPr>
          <a:xfrm>
            <a:off x="1365227" y="5231458"/>
            <a:ext cx="193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Bert Transformer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56CBF59-CFE3-E55B-2E4B-84787EACD4B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157341" y="2502744"/>
            <a:ext cx="6167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16EB1C56-4A70-D9D0-4566-AE6A2AF78CB8}"/>
              </a:ext>
            </a:extLst>
          </p:cNvPr>
          <p:cNvSpPr/>
          <p:nvPr/>
        </p:nvSpPr>
        <p:spPr>
          <a:xfrm>
            <a:off x="3816730" y="2240629"/>
            <a:ext cx="2384385" cy="3140383"/>
          </a:xfrm>
          <a:prstGeom prst="roundRect">
            <a:avLst>
              <a:gd name="adj" fmla="val 2983"/>
            </a:avLst>
          </a:prstGeom>
          <a:noFill/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3" name="양쪽 중괄호 22">
            <a:extLst>
              <a:ext uri="{FF2B5EF4-FFF2-40B4-BE49-F238E27FC236}">
                <a16:creationId xmlns:a16="http://schemas.microsoft.com/office/drawing/2014/main" id="{F54B1AA3-5DBE-9E18-38B0-477DDFC913A7}"/>
              </a:ext>
            </a:extLst>
          </p:cNvPr>
          <p:cNvSpPr/>
          <p:nvPr/>
        </p:nvSpPr>
        <p:spPr>
          <a:xfrm rot="5400000">
            <a:off x="2766325" y="2721729"/>
            <a:ext cx="4485192" cy="2384385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C00B922-8876-A3FB-40C9-13B9AAC1B3CF}"/>
              </a:ext>
            </a:extLst>
          </p:cNvPr>
          <p:cNvSpPr/>
          <p:nvPr/>
        </p:nvSpPr>
        <p:spPr>
          <a:xfrm>
            <a:off x="3637781" y="5457449"/>
            <a:ext cx="2563334" cy="699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4B75DB-0E3F-0F62-FAA4-451D79D809A4}"/>
              </a:ext>
            </a:extLst>
          </p:cNvPr>
          <p:cNvSpPr txBox="1"/>
          <p:nvPr/>
        </p:nvSpPr>
        <p:spPr>
          <a:xfrm>
            <a:off x="3944702" y="1318952"/>
            <a:ext cx="2128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Hidden Size = 768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F7493EA2-0142-67C9-7309-CCEDEB9E17EA}"/>
              </a:ext>
            </a:extLst>
          </p:cNvPr>
          <p:cNvSpPr/>
          <p:nvPr/>
        </p:nvSpPr>
        <p:spPr>
          <a:xfrm>
            <a:off x="3911505" y="2324588"/>
            <a:ext cx="2194833" cy="3482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[CLS]</a:t>
            </a:r>
            <a:endParaRPr kumimoji="1" lang="ko-KR" altLang="en-US" dirty="0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6058B1CF-EB31-4D70-ADDD-B3822525883F}"/>
              </a:ext>
            </a:extLst>
          </p:cNvPr>
          <p:cNvSpPr/>
          <p:nvPr/>
        </p:nvSpPr>
        <p:spPr>
          <a:xfrm>
            <a:off x="3911505" y="2752826"/>
            <a:ext cx="2194833" cy="34822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1C5CB232-788D-305E-0BCA-08BDEB6B4A7F}"/>
              </a:ext>
            </a:extLst>
          </p:cNvPr>
          <p:cNvSpPr/>
          <p:nvPr/>
        </p:nvSpPr>
        <p:spPr>
          <a:xfrm>
            <a:off x="3911504" y="3155609"/>
            <a:ext cx="2194833" cy="34822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83AB979-ECDE-4FE2-F463-ADF470E6DE59}"/>
              </a:ext>
            </a:extLst>
          </p:cNvPr>
          <p:cNvSpPr/>
          <p:nvPr/>
        </p:nvSpPr>
        <p:spPr>
          <a:xfrm>
            <a:off x="4971626" y="363682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E4C240F-BE8E-3AB5-663C-3FC721565130}"/>
              </a:ext>
            </a:extLst>
          </p:cNvPr>
          <p:cNvSpPr/>
          <p:nvPr/>
        </p:nvSpPr>
        <p:spPr>
          <a:xfrm>
            <a:off x="4971626" y="3768404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21E26035-2287-4902-0E85-B2401606DF77}"/>
              </a:ext>
            </a:extLst>
          </p:cNvPr>
          <p:cNvSpPr/>
          <p:nvPr/>
        </p:nvSpPr>
        <p:spPr>
          <a:xfrm>
            <a:off x="3911505" y="4065121"/>
            <a:ext cx="2194833" cy="34822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4E3B3A0-EFF9-ED2E-7D8C-543F141707A9}"/>
              </a:ext>
            </a:extLst>
          </p:cNvPr>
          <p:cNvSpPr/>
          <p:nvPr/>
        </p:nvSpPr>
        <p:spPr>
          <a:xfrm>
            <a:off x="4971626" y="3908497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95E46913-9656-400A-2437-6097ADBA31BE}"/>
              </a:ext>
            </a:extLst>
          </p:cNvPr>
          <p:cNvSpPr/>
          <p:nvPr/>
        </p:nvSpPr>
        <p:spPr>
          <a:xfrm>
            <a:off x="3911505" y="4500539"/>
            <a:ext cx="2194833" cy="34822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7805A5F1-F9F9-BE5A-FC07-AC2EF2C10200}"/>
              </a:ext>
            </a:extLst>
          </p:cNvPr>
          <p:cNvSpPr/>
          <p:nvPr/>
        </p:nvSpPr>
        <p:spPr>
          <a:xfrm>
            <a:off x="3911504" y="4931851"/>
            <a:ext cx="2194833" cy="3482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[SEP]</a:t>
            </a:r>
            <a:endParaRPr kumimoji="1" lang="ko-KR" altLang="en-US" dirty="0"/>
          </a:p>
        </p:txBody>
      </p:sp>
      <p:sp>
        <p:nvSpPr>
          <p:cNvPr id="38" name="양쪽 중괄호 37">
            <a:extLst>
              <a:ext uri="{FF2B5EF4-FFF2-40B4-BE49-F238E27FC236}">
                <a16:creationId xmlns:a16="http://schemas.microsoft.com/office/drawing/2014/main" id="{05F6AE67-10A6-1E8B-FC66-1B7A89CB92A2}"/>
              </a:ext>
            </a:extLst>
          </p:cNvPr>
          <p:cNvSpPr/>
          <p:nvPr/>
        </p:nvSpPr>
        <p:spPr>
          <a:xfrm rot="10800000">
            <a:off x="3296716" y="2749253"/>
            <a:ext cx="3338607" cy="2060501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5DCA880-95CC-A415-D2C8-E7F75C6A3977}"/>
              </a:ext>
            </a:extLst>
          </p:cNvPr>
          <p:cNvSpPr/>
          <p:nvPr/>
        </p:nvSpPr>
        <p:spPr>
          <a:xfrm rot="5400000">
            <a:off x="2021987" y="3867486"/>
            <a:ext cx="3059361" cy="4518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79CBCB-98A8-0B2D-2AA7-D6250606A6B3}"/>
              </a:ext>
            </a:extLst>
          </p:cNvPr>
          <p:cNvSpPr txBox="1"/>
          <p:nvPr/>
        </p:nvSpPr>
        <p:spPr>
          <a:xfrm rot="5400000">
            <a:off x="5752716" y="3646597"/>
            <a:ext cx="2128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Sentence Length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9A0C6B4-506C-92A5-B608-B9DD042198AD}"/>
              </a:ext>
            </a:extLst>
          </p:cNvPr>
          <p:cNvCxnSpPr>
            <a:cxnSpLocks/>
          </p:cNvCxnSpPr>
          <p:nvPr/>
        </p:nvCxnSpPr>
        <p:spPr>
          <a:xfrm flipV="1">
            <a:off x="6106337" y="2482221"/>
            <a:ext cx="819396" cy="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DB72A1EC-681C-965B-D504-62658B79C163}"/>
              </a:ext>
            </a:extLst>
          </p:cNvPr>
          <p:cNvSpPr/>
          <p:nvPr/>
        </p:nvSpPr>
        <p:spPr>
          <a:xfrm>
            <a:off x="6963350" y="2026616"/>
            <a:ext cx="1354238" cy="1265066"/>
          </a:xfrm>
          <a:prstGeom prst="roundRect">
            <a:avLst/>
          </a:prstGeom>
          <a:solidFill>
            <a:srgbClr val="00EE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C735B4-5F12-FD22-24D0-D8E688D5C7EE}"/>
              </a:ext>
            </a:extLst>
          </p:cNvPr>
          <p:cNvSpPr txBox="1"/>
          <p:nvPr/>
        </p:nvSpPr>
        <p:spPr>
          <a:xfrm>
            <a:off x="7132438" y="3294200"/>
            <a:ext cx="1669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LINEAR LAYER</a:t>
            </a:r>
          </a:p>
        </p:txBody>
      </p:sp>
      <p:sp>
        <p:nvSpPr>
          <p:cNvPr id="56" name="양쪽 중괄호 55">
            <a:extLst>
              <a:ext uri="{FF2B5EF4-FFF2-40B4-BE49-F238E27FC236}">
                <a16:creationId xmlns:a16="http://schemas.microsoft.com/office/drawing/2014/main" id="{F292BFCA-50C9-0DBA-4DA3-9F2D071198B5}"/>
              </a:ext>
            </a:extLst>
          </p:cNvPr>
          <p:cNvSpPr/>
          <p:nvPr/>
        </p:nvSpPr>
        <p:spPr>
          <a:xfrm rot="5400000">
            <a:off x="6564272" y="2161427"/>
            <a:ext cx="2128438" cy="1330285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0CF08A-2E48-994F-4B01-EA29342540A8}"/>
              </a:ext>
            </a:extLst>
          </p:cNvPr>
          <p:cNvSpPr txBox="1"/>
          <p:nvPr/>
        </p:nvSpPr>
        <p:spPr>
          <a:xfrm>
            <a:off x="6501453" y="1421278"/>
            <a:ext cx="2254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W=768 x </a:t>
            </a:r>
            <a:r>
              <a:rPr kumimoji="1" lang="en-US" altLang="ko-KR" sz="1600" dirty="0" err="1"/>
              <a:t>num_classes</a:t>
            </a:r>
            <a:endParaRPr kumimoji="1" lang="en-US" altLang="ko-KR" sz="16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99B28B1-D582-C950-D014-A65F89405AA5}"/>
              </a:ext>
            </a:extLst>
          </p:cNvPr>
          <p:cNvSpPr/>
          <p:nvPr/>
        </p:nvSpPr>
        <p:spPr>
          <a:xfrm>
            <a:off x="6952534" y="3604495"/>
            <a:ext cx="1507693" cy="3589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3F58D57-0E25-A799-3DC0-04A68E886403}"/>
              </a:ext>
            </a:extLst>
          </p:cNvPr>
          <p:cNvCxnSpPr>
            <a:cxnSpLocks/>
          </p:cNvCxnSpPr>
          <p:nvPr/>
        </p:nvCxnSpPr>
        <p:spPr>
          <a:xfrm>
            <a:off x="8386070" y="2482221"/>
            <a:ext cx="5903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0895EFB7-C438-04B9-8FCF-1F20D124CEAC}"/>
              </a:ext>
            </a:extLst>
          </p:cNvPr>
          <p:cNvSpPr/>
          <p:nvPr/>
        </p:nvSpPr>
        <p:spPr>
          <a:xfrm>
            <a:off x="9055867" y="2282608"/>
            <a:ext cx="983848" cy="43218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BC9600-6027-EABD-3BC6-F62BD1865149}"/>
              </a:ext>
            </a:extLst>
          </p:cNvPr>
          <p:cNvSpPr txBox="1"/>
          <p:nvPr/>
        </p:nvSpPr>
        <p:spPr>
          <a:xfrm>
            <a:off x="9055867" y="2746839"/>
            <a:ext cx="1201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SOFTMAX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5C73A5A8-B9EB-02B8-0A3C-F077BA182D67}"/>
              </a:ext>
            </a:extLst>
          </p:cNvPr>
          <p:cNvSpPr/>
          <p:nvPr/>
        </p:nvSpPr>
        <p:spPr>
          <a:xfrm>
            <a:off x="1689261" y="4070528"/>
            <a:ext cx="45719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3A30A12E-F87C-31EA-37CE-BAF273BA1324}"/>
              </a:ext>
            </a:extLst>
          </p:cNvPr>
          <p:cNvSpPr/>
          <p:nvPr/>
        </p:nvSpPr>
        <p:spPr>
          <a:xfrm>
            <a:off x="1689261" y="4202107"/>
            <a:ext cx="45719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8D6A2659-7503-0D31-D0E0-ACA17C58BE44}"/>
              </a:ext>
            </a:extLst>
          </p:cNvPr>
          <p:cNvSpPr/>
          <p:nvPr/>
        </p:nvSpPr>
        <p:spPr>
          <a:xfrm>
            <a:off x="1689261" y="4342200"/>
            <a:ext cx="45719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284C7B0E-3404-1E5F-588C-F0C4CC1BEB13}"/>
              </a:ext>
            </a:extLst>
          </p:cNvPr>
          <p:cNvCxnSpPr>
            <a:cxnSpLocks/>
          </p:cNvCxnSpPr>
          <p:nvPr/>
        </p:nvCxnSpPr>
        <p:spPr>
          <a:xfrm>
            <a:off x="10039715" y="2482221"/>
            <a:ext cx="5903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41ECA0F7-EB30-6C73-8559-6F3B42AED45F}"/>
              </a:ext>
            </a:extLst>
          </p:cNvPr>
          <p:cNvSpPr/>
          <p:nvPr/>
        </p:nvSpPr>
        <p:spPr>
          <a:xfrm>
            <a:off x="10630024" y="2235400"/>
            <a:ext cx="646771" cy="24682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6A5AB9F2-560B-B1D5-EE4E-CE3FE7CFA2FC}"/>
              </a:ext>
            </a:extLst>
          </p:cNvPr>
          <p:cNvSpPr/>
          <p:nvPr/>
        </p:nvSpPr>
        <p:spPr>
          <a:xfrm>
            <a:off x="10631071" y="2566946"/>
            <a:ext cx="646771" cy="24682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모서리가 둥근 직사각형 72">
            <a:extLst>
              <a:ext uri="{FF2B5EF4-FFF2-40B4-BE49-F238E27FC236}">
                <a16:creationId xmlns:a16="http://schemas.microsoft.com/office/drawing/2014/main" id="{73D305AE-F583-101A-1180-E5A2A73CB28C}"/>
              </a:ext>
            </a:extLst>
          </p:cNvPr>
          <p:cNvSpPr/>
          <p:nvPr/>
        </p:nvSpPr>
        <p:spPr>
          <a:xfrm>
            <a:off x="10634212" y="2898492"/>
            <a:ext cx="646771" cy="24682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4" name="모서리가 둥근 직사각형 73">
            <a:extLst>
              <a:ext uri="{FF2B5EF4-FFF2-40B4-BE49-F238E27FC236}">
                <a16:creationId xmlns:a16="http://schemas.microsoft.com/office/drawing/2014/main" id="{87212CEF-E5DE-BE95-60EF-66ADA4EB920F}"/>
              </a:ext>
            </a:extLst>
          </p:cNvPr>
          <p:cNvSpPr/>
          <p:nvPr/>
        </p:nvSpPr>
        <p:spPr>
          <a:xfrm>
            <a:off x="10635258" y="3230038"/>
            <a:ext cx="646771" cy="24682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4C638529-063C-B9D1-7196-CB817765037D}"/>
              </a:ext>
            </a:extLst>
          </p:cNvPr>
          <p:cNvSpPr/>
          <p:nvPr/>
        </p:nvSpPr>
        <p:spPr>
          <a:xfrm>
            <a:off x="10632118" y="3561584"/>
            <a:ext cx="646771" cy="24682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5993E585-4CB6-9CC7-9232-DE02FA545EE8}"/>
              </a:ext>
            </a:extLst>
          </p:cNvPr>
          <p:cNvSpPr/>
          <p:nvPr/>
        </p:nvSpPr>
        <p:spPr>
          <a:xfrm>
            <a:off x="10633165" y="3893131"/>
            <a:ext cx="646771" cy="24682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양쪽 중괄호 78">
            <a:extLst>
              <a:ext uri="{FF2B5EF4-FFF2-40B4-BE49-F238E27FC236}">
                <a16:creationId xmlns:a16="http://schemas.microsoft.com/office/drawing/2014/main" id="{E5F7BAF0-4654-C96E-2C06-BC3E9213CE84}"/>
              </a:ext>
            </a:extLst>
          </p:cNvPr>
          <p:cNvSpPr/>
          <p:nvPr/>
        </p:nvSpPr>
        <p:spPr>
          <a:xfrm rot="5400000">
            <a:off x="9746484" y="2810240"/>
            <a:ext cx="2409314" cy="640142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42581DE-C37B-FF43-957B-6AB7C68DC54F}"/>
              </a:ext>
            </a:extLst>
          </p:cNvPr>
          <p:cNvSpPr/>
          <p:nvPr/>
        </p:nvSpPr>
        <p:spPr>
          <a:xfrm>
            <a:off x="9876177" y="4204758"/>
            <a:ext cx="1507693" cy="3589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A6FA9D2-D78B-0970-4E23-23A82E432CD3}"/>
              </a:ext>
            </a:extLst>
          </p:cNvPr>
          <p:cNvSpPr txBox="1"/>
          <p:nvPr/>
        </p:nvSpPr>
        <p:spPr>
          <a:xfrm>
            <a:off x="9931557" y="1531180"/>
            <a:ext cx="2038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dirty="0"/>
              <a:t>shape=</a:t>
            </a:r>
            <a:r>
              <a:rPr kumimoji="1" lang="en-US" altLang="ko-KR" sz="1600" dirty="0" err="1"/>
              <a:t>num_classes</a:t>
            </a:r>
            <a:endParaRPr kumimoji="1" lang="en-US" altLang="ko-KR" sz="16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ADE6146-0B93-CF7F-1E51-32D96CFDA80F}"/>
              </a:ext>
            </a:extLst>
          </p:cNvPr>
          <p:cNvSpPr txBox="1"/>
          <p:nvPr/>
        </p:nvSpPr>
        <p:spPr>
          <a:xfrm>
            <a:off x="10480009" y="4181079"/>
            <a:ext cx="942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17669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6C9FA9B-D3DD-C28B-FC70-CCB1EE108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07" y="1613647"/>
            <a:ext cx="11021786" cy="363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8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52</Words>
  <Application>Microsoft Macintosh PowerPoint</Application>
  <PresentationFormat>와이드스크린</PresentationFormat>
  <Paragraphs>20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이관진</dc:creator>
  <cp:lastModifiedBy>이관진</cp:lastModifiedBy>
  <cp:revision>1</cp:revision>
  <dcterms:created xsi:type="dcterms:W3CDTF">2025-10-27T14:20:57Z</dcterms:created>
  <dcterms:modified xsi:type="dcterms:W3CDTF">2025-10-28T01:34:11Z</dcterms:modified>
</cp:coreProperties>
</file>